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9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outlineViewPr>
    <p:cViewPr>
      <p:scale>
        <a:sx n="33" d="100"/>
        <a:sy n="33" d="100"/>
      </p:scale>
      <p:origin x="0" y="-106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8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2127B-8F13-4D09-9933-81E828516530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9F6A2-DC94-4AB5-9DF2-B100DAC881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392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121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54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238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12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039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75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0171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613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194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0575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71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88F5FEB-2D19-4D32-99A1-4B8516BF6F12}" type="datetimeFigureOut">
              <a:rPr lang="it-IT" smtClean="0"/>
              <a:t>05/08/2026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EB3E853-0B1C-4222-8A08-62959782D9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76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rangedatamining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4C55FC-3AD2-F202-D020-CACB1DCA7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Innovazione con l’IA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8E0BE37-8FDE-F041-EDCD-9A60C612AD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Strumenti utilizzati</a:t>
            </a:r>
          </a:p>
        </p:txBody>
      </p:sp>
    </p:spTree>
    <p:extLst>
      <p:ext uri="{BB962C8B-B14F-4D97-AF65-F5344CB8AC3E}">
        <p14:creationId xmlns:p14="http://schemas.microsoft.com/office/powerpoint/2010/main" val="848434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B330D8-5C10-6420-16A1-3FEF92B8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Orange Data Mining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129B38-AC67-8C3F-7C1F-D1B5635DB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4762610" cy="3766185"/>
          </a:xfrm>
        </p:spPr>
        <p:txBody>
          <a:bodyPr/>
          <a:lstStyle/>
          <a:p>
            <a:r>
              <a:rPr lang="it-IT" dirty="0">
                <a:hlinkClick r:id="rId2"/>
              </a:rPr>
              <a:t>https://orangedatamining.com/</a:t>
            </a:r>
            <a:endParaRPr lang="it-IT" dirty="0"/>
          </a:p>
        </p:txBody>
      </p:sp>
      <p:pic>
        <p:nvPicPr>
          <p:cNvPr id="7" name="Immagine 6" descr="Data selection in Scatter Plot is visualised in a Box Plot.">
            <a:extLst>
              <a:ext uri="{FF2B5EF4-FFF2-40B4-BE49-F238E27FC236}">
                <a16:creationId xmlns:a16="http://schemas.microsoft.com/office/drawing/2014/main" id="{12DF189F-48FA-5BA8-845A-3D8ED694D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559" y="2734488"/>
            <a:ext cx="6112104" cy="34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804815-023D-B885-BF1C-A9927BBD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Python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B4037B-9F07-2801-238E-7EA5A78D7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Reperibile gratuitamente sul </a:t>
            </a:r>
            <a:r>
              <a:rPr lang="it-IT" b="1" dirty="0"/>
              <a:t>Microsoft Store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28B0D50-474B-06BC-F35E-4AAB376D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377" y="2665638"/>
            <a:ext cx="5835245" cy="357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7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B502DE-187C-D1F5-AE35-771239B0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Installare l’ambiente locale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2117F4B-8096-19CF-A618-3DE7DF2C5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76" y="2020274"/>
            <a:ext cx="10294070" cy="41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7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E1F375-5E72-B32A-52CA-74A62485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Eseguire un notebook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CA58C23-2F20-6CCC-BAF9-6975DC199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4" y="2157731"/>
            <a:ext cx="5243955" cy="346308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5E819D0-52F9-9D37-9C78-C55CDE213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023" y="1882232"/>
            <a:ext cx="4936855" cy="401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1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F4F136-0ED6-3D05-D678-6356DAE4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Alternativa a Python: Google </a:t>
            </a:r>
            <a:r>
              <a:rPr lang="it-IT" dirty="0" err="1"/>
              <a:t>Colab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7D53FAE-8853-69BD-9F7F-0871837B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602" y="2157731"/>
            <a:ext cx="5044018" cy="410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0372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182</TotalTime>
  <Words>32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Metropolitano</vt:lpstr>
      <vt:lpstr>Innovazione con l’IA</vt:lpstr>
      <vt:lpstr>Orange Data Mining</vt:lpstr>
      <vt:lpstr>Python</vt:lpstr>
      <vt:lpstr>Installare l’ambiente locale</vt:lpstr>
      <vt:lpstr>Eseguire un notebook</vt:lpstr>
      <vt:lpstr>Alternativa a Python: Google Colab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Michele Cantoni</dc:creator>
  <cp:lastModifiedBy>Michele Cantoni</cp:lastModifiedBy>
  <cp:revision>12</cp:revision>
  <dcterms:created xsi:type="dcterms:W3CDTF">2026-08-02T18:51:54Z</dcterms:created>
  <dcterms:modified xsi:type="dcterms:W3CDTF">2026-08-05T10:45:42Z</dcterms:modified>
</cp:coreProperties>
</file>